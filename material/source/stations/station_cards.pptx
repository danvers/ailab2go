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Objekt-Detektiv (Deutsch)
Layers: detektiv_de_bg.png · detektiv_de_screen.png · detektiv_icon.png
Accent #4EA8FF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 Detective (English)
Layers: detektiv_en_bg.png · detektiv_en_screen.png · detektiv_icon.png
Accent #4EA8FF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Trainiere die KI (Deutsch)
Layers: trainer_de_bg.png · trainer_de_screen.png · trainer_icon.png
Accent #B57BFF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 the AI (English)
Layers: trainer_en_bg.png · trainer_en_screen.png · trainer_icon.png
Accent #B57BFF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Privatsphäre-Schild (Deutsch)
Layers: schild_de_bg.png · schild_de_screen.png · schild_icon.png
Accent #3DDC97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Privacy Shield (English)
Layers: schild_en_bg.png · schild_en_screen.png · schild_icon.png
Accent #3DDC97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Datenspur (Deutsch)
Layers: spur_de_bg.png · spur_de_screen.png · spur_icon.png
Accent #FFB347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Trail (English)
Layers: spur_en_bg.png · spur_en_screen.png · spur_icon.png
Accent #FFB347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Täusche die KI (Deutsch)
Layers: trick_de_bg.png · trick_de_screen.png · trick_icon.png
Accent #FF5D8F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Fool the AI (English)
Layers: trick_en_bg.png · trick_en_screen.png · trick_icon.png
Accent #FF5D8F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Skelett-Spiegel (Deutsch)
Layers: pose_de_bg.png · pose_de_screen.png · pose_icon.png
Accent #2DD4BF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Skeleton Mirror (English)
Layers: pose_en_bg.png · pose_en_screen.png · pose_icon.png
Accent #2DD4BF · type Helvetica Neue (Bold / Regular)
Title and tagline are real text boxes — edit them directly. Regenerate the layers with: python3 setup/make_station_cards.py --editable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tektiv_d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detektiv_de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detektiv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8850"/>
            <a:ext cx="4000500" cy="60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68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Objekt-Detektiv</a:t>
            </a:r>
            <a:endParaRPr lang="en-US" sz="3668" dirty="0"/>
          </a:p>
        </p:txBody>
      </p:sp>
      <p:sp>
        <p:nvSpPr>
          <p:cNvPr id="6" name="Text 1"/>
          <p:cNvSpPr/>
          <p:nvPr/>
        </p:nvSpPr>
        <p:spPr>
          <a:xfrm>
            <a:off x="514350" y="2797493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4EA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Was sieht die KI?</a:t>
            </a:r>
            <a:endParaRPr lang="en-US" sz="1980" dirty="0"/>
          </a:p>
        </p:txBody>
      </p:sp>
      <p:pic>
        <p:nvPicPr>
          <p:cNvPr id="7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tektiv_e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detektiv_en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detektiv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8850"/>
            <a:ext cx="4000500" cy="60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68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Object Detective</a:t>
            </a:r>
            <a:endParaRPr lang="en-US" sz="3668" dirty="0"/>
          </a:p>
        </p:txBody>
      </p:sp>
      <p:sp>
        <p:nvSpPr>
          <p:cNvPr id="6" name="Text 1"/>
          <p:cNvSpPr/>
          <p:nvPr/>
        </p:nvSpPr>
        <p:spPr>
          <a:xfrm>
            <a:off x="514350" y="2797493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4EA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does the AI see?</a:t>
            </a:r>
            <a:endParaRPr lang="en-US" sz="1980" dirty="0"/>
          </a:p>
        </p:txBody>
      </p:sp>
      <p:pic>
        <p:nvPicPr>
          <p:cNvPr id="7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rainer_d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trainer_de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trainer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Trainiere die KI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B57B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 bist der Coach</a:t>
            </a:r>
            <a:endParaRPr lang="en-US" sz="1980" dirty="0"/>
          </a:p>
        </p:txBody>
      </p:sp>
      <p:pic>
        <p:nvPicPr>
          <p:cNvPr id="7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rainer_e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trainer_en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trainer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 the AI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B57B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are the coach</a:t>
            </a:r>
            <a:endParaRPr lang="en-US" sz="1980" dirty="0"/>
          </a:p>
        </p:txBody>
      </p:sp>
      <p:pic>
        <p:nvPicPr>
          <p:cNvPr id="7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hild_d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schild_de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schild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30095"/>
            <a:ext cx="4000500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Privatsphäre-Schild</a:t>
            </a:r>
            <a:endParaRPr lang="en-US" sz="3150" dirty="0"/>
          </a:p>
        </p:txBody>
      </p:sp>
      <p:sp>
        <p:nvSpPr>
          <p:cNvPr id="6" name="Text 1"/>
          <p:cNvSpPr/>
          <p:nvPr/>
        </p:nvSpPr>
        <p:spPr>
          <a:xfrm>
            <a:off x="514350" y="273177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3DDC9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Schutz eingebaut</a:t>
            </a:r>
            <a:endParaRPr lang="en-US" sz="1980" dirty="0"/>
          </a:p>
        </p:txBody>
      </p:sp>
      <p:pic>
        <p:nvPicPr>
          <p:cNvPr id="7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hild_e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schild_en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schild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Privacy Shield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3DDC9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Protection built in</a:t>
            </a:r>
            <a:endParaRPr lang="en-US" sz="1980" dirty="0"/>
          </a:p>
        </p:txBody>
      </p:sp>
      <p:pic>
        <p:nvPicPr>
          <p:cNvPr id="7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pur_d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spur_de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spur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Die Datenspur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FFB3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Was Kameras sammeln</a:t>
            </a:r>
            <a:endParaRPr lang="en-US" sz="1980" dirty="0"/>
          </a:p>
        </p:txBody>
      </p:sp>
      <p:pic>
        <p:nvPicPr>
          <p:cNvPr id="7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pur_e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spur_en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spur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Data Trail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FFB3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cameras collect</a:t>
            </a:r>
            <a:endParaRPr lang="en-US" sz="1980" dirty="0"/>
          </a:p>
        </p:txBody>
      </p:sp>
      <p:pic>
        <p:nvPicPr>
          <p:cNvPr id="7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rick_d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trick_de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trick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Täusche die KI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FF5D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Finde ihre Grenzen</a:t>
            </a:r>
            <a:endParaRPr lang="en-US" sz="1980" dirty="0"/>
          </a:p>
        </p:txBody>
      </p:sp>
      <p:pic>
        <p:nvPicPr>
          <p:cNvPr id="7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rick_e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trick_en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trick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Fool the AI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FF5D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its limits</a:t>
            </a:r>
            <a:endParaRPr lang="en-US" sz="1980" dirty="0"/>
          </a:p>
        </p:txBody>
      </p:sp>
      <p:pic>
        <p:nvPicPr>
          <p:cNvPr id="7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ose_d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ose_de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ose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Skelett-Spiegel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2DD4B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Spiel ohne Bild</a:t>
            </a:r>
            <a:endParaRPr lang="en-US" sz="1980" dirty="0"/>
          </a:p>
        </p:txBody>
      </p:sp>
      <p:pic>
        <p:nvPicPr>
          <p:cNvPr id="7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ose_e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ose_en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ose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229762"/>
            <a:ext cx="40005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60" b="1" dirty="0">
                <a:solidFill>
                  <a:srgbClr val="E6ED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Skeleton Mirror</a:t>
            </a:r>
            <a:endParaRPr lang="en-US" sz="3960" dirty="0"/>
          </a:p>
        </p:txBody>
      </p:sp>
      <p:sp>
        <p:nvSpPr>
          <p:cNvPr id="6" name="Text 1"/>
          <p:cNvSpPr/>
          <p:nvPr/>
        </p:nvSpPr>
        <p:spPr>
          <a:xfrm>
            <a:off x="514350" y="2834640"/>
            <a:ext cx="40005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dirty="0">
                <a:solidFill>
                  <a:srgbClr val="2DD4B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 without pictures</a:t>
            </a:r>
            <a:endParaRPr lang="en-US" sz="1980" dirty="0"/>
          </a:p>
        </p:txBody>
      </p:sp>
      <p:pic>
        <p:nvPicPr>
          <p:cNvPr id="7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286250"/>
            <a:ext cx="1254443" cy="320040"/>
          </a:xfrm>
          <a:prstGeom prst="rect">
            <a:avLst/>
          </a:prstGeom>
        </p:spPr>
      </p:pic>
      <p:pic>
        <p:nvPicPr>
          <p:cNvPr id="8" name="Image 4" descr="log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532" y="4286250"/>
            <a:ext cx="1383030" cy="320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AI-Lab2Go — Station cards</dc:title>
  <dc:subject>PptxGenJS Presentation</dc:subject>
  <dc:creator>Dan Verständig · aiwarenesslab.io</dc:creator>
  <cp:lastModifiedBy>Dan Verständig · aiwarenesslab.io</cp:lastModifiedBy>
  <cp:revision>1</cp:revision>
  <dcterms:created xsi:type="dcterms:W3CDTF">2026-07-26T11:18:48Z</dcterms:created>
  <dcterms:modified xsi:type="dcterms:W3CDTF">2026-07-26T11:18:48Z</dcterms:modified>
</cp:coreProperties>
</file>