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Objekt-Detektiv (Deutsch)
Layers: detektiv_de_bg.png · detektiv_de_screen.png · detektiv_icon.png
Accent #4EA8FF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 Detective (English)
Layers: detektiv_en_bg.png · detektiv_en_screen.png · detektiv_icon.png
Accent #4EA8FF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Trainiere die KI (Deutsch)
Layers: trainer_de_bg.png · trainer_de_screen.png · trainer_icon.png
Accent #B57BFF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the AI (English)
Layers: trainer_en_bg.png · trainer_en_screen.png · trainer_icon.png
Accent #B57BFF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Privatsphäre-Schild (Deutsch)
Layers: schild_de_bg.png · schild_de_screen.png · schild_icon.png
Accent #3DDC97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Shield (English)
Layers: schild_en_bg.png · schild_en_screen.png · schild_icon.png
Accent #3DDC97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Datenspur (Deutsch)
Layers: spur_de_bg.png · spur_de_screen.png · spur_icon.png
Accent #FFB347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Trail (English)
Layers: spur_en_bg.png · spur_en_screen.png · spur_icon.png
Accent #FFB347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Täusche die KI (Deutsch)
Layers: trick_de_bg.png · trick_de_screen.png · trick_icon.png
Accent #FF5D8F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Fool the AI (English)
Layers: trick_en_bg.png · trick_en_screen.png · trick_icon.png
Accent #FF5D8F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Skelett-Spiegel (Deutsch)
Layers: pose_de_bg.png · pose_de_screen.png · pose_icon.png
Accent #2DD4BF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Skeleton Mirror (English)
Layers: pose_en_bg.png · pose_en_screen.png · pose_icon.png
Accent #2DD4BF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detektiv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detektiv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detektiv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8850"/>
            <a:ext cx="4000500" cy="60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68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Objekt-Detektiv</a:t>
            </a:r>
            <a:endParaRPr lang="en-US" sz="3668" dirty="0"/>
          </a:p>
        </p:txBody>
      </p:sp>
      <p:sp>
        <p:nvSpPr>
          <p:cNvPr id="6" name="Text 1"/>
          <p:cNvSpPr/>
          <p:nvPr/>
        </p:nvSpPr>
        <p:spPr>
          <a:xfrm>
            <a:off x="514350" y="2797493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4EA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Was sieht die KI?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detektiv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detektiv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detektiv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8850"/>
            <a:ext cx="4000500" cy="60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68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 Detective</a:t>
            </a:r>
            <a:endParaRPr lang="en-US" sz="3668" dirty="0"/>
          </a:p>
        </p:txBody>
      </p:sp>
      <p:sp>
        <p:nvSpPr>
          <p:cNvPr id="6" name="Text 1"/>
          <p:cNvSpPr/>
          <p:nvPr/>
        </p:nvSpPr>
        <p:spPr>
          <a:xfrm>
            <a:off x="514350" y="2797493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4EA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does the AI see?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trainer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trainer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traine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Trainiere die KI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B57B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 bist der Coach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trainer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trainer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traine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 the AI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B57B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are the coach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schild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schild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schild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30095"/>
            <a:ext cx="4000500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Privatsphäre-Schild</a:t>
            </a:r>
            <a:endParaRPr lang="en-US" sz="3150" dirty="0"/>
          </a:p>
        </p:txBody>
      </p:sp>
      <p:sp>
        <p:nvSpPr>
          <p:cNvPr id="6" name="Text 1"/>
          <p:cNvSpPr/>
          <p:nvPr/>
        </p:nvSpPr>
        <p:spPr>
          <a:xfrm>
            <a:off x="514350" y="273177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3DDC9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Schutz eingebaut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schild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schild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schild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Privacy Shield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3DDC9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Protection built in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spur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spur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spu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Die Datenspur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FFB3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Was Kameras sammeln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spur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spur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spu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Trail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FFB3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cameras collect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trick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trick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trick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Täusche die KI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FF5D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Finde ihre Grenzen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trick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trick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trick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Fool the AI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FF5D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its limits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pose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pose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pos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Skelett-Spiegel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2DD4B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Spiel ohne Bild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raspberrypi5/assets/stations/editable/pose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an/raspberrypi5/assets/stations/editable/pose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Users/dan/raspberrypi5/assets/stations/editable/pos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Skeleton Mirror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2DD4B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 without pictures</a:t>
            </a:r>
            <a:endParaRPr lang="en-US" sz="1980" dirty="0"/>
          </a:p>
        </p:txBody>
      </p:sp>
      <p:pic>
        <p:nvPicPr>
          <p:cNvPr id="7" name="Image 3" descr="/Users/dan/raspberrypi5/assets/stations/editable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/Users/dan/raspberrypi5/assets/stations/editable/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AI-Lab2Go — Station cards</dc:title>
  <dc:subject>PptxGenJS Presentation</dc:subject>
  <dc:creator>Dan Verständig · aiwarenesslab.io</dc:creator>
  <cp:lastModifiedBy>Dan Verständig · aiwarenesslab.io</cp:lastModifiedBy>
  <cp:revision>1</cp:revision>
  <dcterms:created xsi:type="dcterms:W3CDTF">2026-07-26T11:18:48Z</dcterms:created>
  <dcterms:modified xsi:type="dcterms:W3CDTF">2026-07-26T11:18:48Z</dcterms:modified>
</cp:coreProperties>
</file>